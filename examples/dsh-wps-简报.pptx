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dsh-wps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插件能力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Writer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文档、表格与幻灯片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COM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自动化驱动本机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WPS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写入默认拒绝覆盖已有文件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零运行时依赖</a:t>
            </a:r>
            <a:endParaRPr lang="zh-CN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运行时行为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PDF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由对应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WPS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引擎完成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wps_open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把结果展示给用户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wps_quit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安全释放自动化实例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后续可扩展方向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图片与图表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zh-CN">
                <a:latin typeface="微软雅黑" panose="020B0503020204020204" charset="-122"/>
                <a:ea typeface="微软雅黑" panose="020B0503020204020204" charset="-122"/>
              </a:rPr>
              <a:t>批量模板填充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zh-CN">
                <a:latin typeface="微软雅黑" panose="020B0503020204020204" charset="-122"/>
                <a:ea typeface="微软雅黑" panose="020B0503020204020204" charset="-122"/>
              </a:rPr>
              <a:t>样式与主题定制</a:t>
            </a:r>
            <a:endParaRPr lang="zh-CN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WPS 演示</Application>
  <PresentationFormat>宽屏</PresentationFormat>
  <Paragraphs>19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Arial Unicode MS</vt:lpstr>
      <vt:lpstr>微软雅黑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lixinhang</dc:creator>
  <cp:lastModifiedBy>2025302181015</cp:lastModifiedBy>
  <cp:revision>157</cp:revision>
  <dcterms:created xsi:type="dcterms:W3CDTF">2019-06-19T02:08:00Z</dcterms:created>
  <dcterms:modified xsi:type="dcterms:W3CDTF">2026-10-05T17:21:22Z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187941C1542644E2B661CA2FA24EED1D_11</vt:lpwstr>
  </property>
</Properties>
</file>